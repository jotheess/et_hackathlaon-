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 KNOWLEDGE INTELLIGENCE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22960" y="30175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GraphRAG platform that turns scattered industrial documents into one queryable intelligence layer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B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2.0   ·   Round 2 — Revised Submission   ·   Problem Statement #8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data present, but unacted upon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F4F6F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5448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85800" y="251460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working hours in asset-heavy industry lost to searching for or recreating information (McKinsey, 2024)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F4F6F9"/>
          </a:solidFill>
          <a:ln/>
        </p:spPr>
      </p:sp>
      <p:sp>
        <p:nvSpPr>
          <p:cNvPr id="7" name="Text 5"/>
          <p:cNvSpPr/>
          <p:nvPr/>
        </p:nvSpPr>
        <p:spPr>
          <a:xfrm>
            <a:off x="4251960" y="155448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7–12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4480560" y="251460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document systems in the average large Indian plant (NASSCOM-EY)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46720" y="137160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F4F6F9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0" y="155448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993C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18–22%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8275320" y="251460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unplanned downtime traced to decisions made without full equipment history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11247120" cy="1737360"/>
          </a:xfrm>
          <a:prstGeom prst="roundRect">
            <a:avLst>
              <a:gd name="adj" fmla="val 5263"/>
            </a:avLst>
          </a:prstGeom>
          <a:solidFill>
            <a:srgbClr val="1F3864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0690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cliff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" y="448056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estimated 25% of India's experienced industrial engineers retire within the decade, taking decades of undocumented operational knowledge with them. The signals to prevent failures usually exist across separate records; no layer connects them into a decision in time.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2.0  ·  Problem #8  ·  Industrial Knowledge Intelligence (Revised)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hybrid GraphRAG, not the alternatives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520440" cy="3840480"/>
          </a:xfrm>
          <a:prstGeom prst="roundRect">
            <a:avLst>
              <a:gd name="adj" fmla="val 2597"/>
            </a:avLst>
          </a:prstGeom>
          <a:solidFill>
            <a:srgbClr val="FAECE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002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vector RAG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30175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on semantic lookup, blind to relationship reasoning. Multi-hop questions are exactly where it fails.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6177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MOST TEAMS SHIP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51960" y="1371600"/>
            <a:ext cx="3520440" cy="3840480"/>
          </a:xfrm>
          <a:prstGeom prst="roundRect">
            <a:avLst>
              <a:gd name="adj" fmla="val 2597"/>
            </a:avLst>
          </a:prstGeom>
          <a:solidFill>
            <a:srgbClr val="FBF3E0"/>
          </a:solidFill>
          <a:ln/>
        </p:spPr>
      </p:sp>
      <p:sp>
        <p:nvSpPr>
          <p:cNvPr id="8" name="Text 6"/>
          <p:cNvSpPr/>
          <p:nvPr/>
        </p:nvSpPr>
        <p:spPr>
          <a:xfrm>
            <a:off x="4526280" y="16002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graph RAG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26280" y="2286000"/>
            <a:ext cx="30175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Elegant, but brittle. If entity extraction misses something, that information is gone with no fallback.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46177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POINT OF FAILURE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1371600"/>
            <a:ext cx="3520440" cy="3840480"/>
          </a:xfrm>
          <a:prstGeom prst="roundRect">
            <a:avLst>
              <a:gd name="adj" fmla="val 2597"/>
            </a:avLst>
          </a:prstGeom>
          <a:solidFill>
            <a:srgbClr val="E1F5EE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16002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(this build)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321040" y="2286000"/>
            <a:ext cx="30175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for relationship reasoning, vector store as safety net, fused by Reciprocal Rank Fusion.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21040" y="46177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OF BOTH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2.0  ·  Problem #8  ·  Industrial Knowledge Intelligence (Revised)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Architecture: a seven-stage pipeline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 enters at the left; a cited answer leaves at the right. Graph and vector store are built and queried independently, then fused.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1088136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2.0  ·  Problem #8  ·  Industrial Knowledge Intelligence (Revised)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proof: a five-hop chain vector-only search misses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6949440" cy="713232"/>
          </a:xfrm>
          <a:prstGeom prst="roundRect">
            <a:avLst>
              <a:gd name="adj" fmla="val 10256"/>
            </a:avLst>
          </a:prstGeom>
          <a:solidFill>
            <a:srgbClr val="2A4674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1371600"/>
            <a:ext cx="1005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−21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691640" y="1371600"/>
            <a:ext cx="5577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report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bearing vibration flagged, 'monitor'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2212848"/>
            <a:ext cx="6949440" cy="713232"/>
          </a:xfrm>
          <a:prstGeom prst="roundRect">
            <a:avLst>
              <a:gd name="adj" fmla="val 10256"/>
            </a:avLst>
          </a:prstGeom>
          <a:solidFill>
            <a:srgbClr val="2A4674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2212848"/>
            <a:ext cx="1005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−14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91640" y="2212848"/>
            <a:ext cx="5577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log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Bearing replacement deferred — against procedure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3054096"/>
            <a:ext cx="6949440" cy="713232"/>
          </a:xfrm>
          <a:prstGeom prst="roundRect">
            <a:avLst>
              <a:gd name="adj" fmla="val 10256"/>
            </a:avLst>
          </a:prstGeom>
          <a:solidFill>
            <a:srgbClr val="2A4674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3054096"/>
            <a:ext cx="1005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−5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3054096"/>
            <a:ext cx="5577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trend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 threshold crossed, no work order raised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895344"/>
            <a:ext cx="6949440" cy="713232"/>
          </a:xfrm>
          <a:prstGeom prst="roundRect">
            <a:avLst>
              <a:gd name="adj" fmla="val 10256"/>
            </a:avLst>
          </a:prstGeom>
          <a:solidFill>
            <a:srgbClr val="2A4674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3895344"/>
            <a:ext cx="1005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91640" y="3895344"/>
            <a:ext cx="5577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report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Catastrophic bearing seizure, downtime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680960" y="1371600"/>
            <a:ext cx="4023360" cy="3108960"/>
          </a:xfrm>
          <a:prstGeom prst="roundRect">
            <a:avLst>
              <a:gd name="adj" fmla="val 2941"/>
            </a:avLst>
          </a:prstGeom>
          <a:solidFill>
            <a:srgbClr val="0F6E56"/>
          </a:solidFill>
          <a:ln/>
        </p:spPr>
      </p:sp>
      <p:sp>
        <p:nvSpPr>
          <p:cNvPr id="16" name="Text 14"/>
          <p:cNvSpPr/>
          <p:nvPr/>
        </p:nvSpPr>
        <p:spPr>
          <a:xfrm>
            <a:off x="7909560" y="1554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1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909560" y="19202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Q01 recall: 0.80 → 1.00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909560" y="2514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1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(vector-only → hybrid)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909560" y="301752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five-document chain is now retrieved. Hybrid recovers exactly what vector-only search misses: VS-204 and M-118, the two documents whose text never mentions "P-204" directly.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4892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B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documents, no shared keywords. Relationship reasoning connects them into the answer.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2.0  ·  Problem #8  ·  Industrial Knowledge Intelligence (Revised)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learned for the hackathon — re-pointed from production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three-layer agentic pattern that runs a live production system maps directly onto this build.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112471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657600"/>
                <a:gridCol w="40233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agentic pattern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there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Equivalent in this build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memory layer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and connects the knowledge corpus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graph (NetworkX) + extraction cache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 &amp; scoring layer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Ranks and scores candidate outputs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RRF fusion + answer confidence scoring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orchestration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Coordinates reasoning steps into a result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Synthesis agent (LLM answer-and-cite chain)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8889"/>
            </a:avLst>
          </a:prstGeom>
          <a:solidFill>
            <a:srgbClr val="E1F5EE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problem that matched an already-operating architecture meant the design decisions were pre-validated in production, applied to a new corpus.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2.0  ·  Problem #8  ·  Industrial Knowledge Intelligence (Revised)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engineered evaluation corpus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not just collected — so every judging metric has a source that exercises it.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4F6F9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892808"/>
            <a:ext cx="109728" cy="804672"/>
          </a:xfrm>
          <a:prstGeom prst="roundRect">
            <a:avLst>
              <a:gd name="adj" fmla="val 41667"/>
            </a:avLst>
          </a:prstGeom>
          <a:solidFill>
            <a:srgbClr val="1F3864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corpus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194560"/>
            <a:ext cx="4892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PDFs around a planted five-document near-miss chain + realistic distractors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4F6F9"/>
          </a:solidFill>
          <a:ln/>
        </p:spPr>
      </p:sp>
      <p:sp>
        <p:nvSpPr>
          <p:cNvPr id="9" name="Shape 7"/>
          <p:cNvSpPr/>
          <p:nvPr/>
        </p:nvSpPr>
        <p:spPr>
          <a:xfrm>
            <a:off x="6355080" y="1892808"/>
            <a:ext cx="109728" cy="804672"/>
          </a:xfrm>
          <a:prstGeom prst="roundRect">
            <a:avLst>
              <a:gd name="adj" fmla="val 41667"/>
            </a:avLst>
          </a:prstGeom>
          <a:solidFill>
            <a:srgbClr val="0F6E56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OEM manuals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0" y="2194560"/>
            <a:ext cx="4892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genuine centrifugal-pump manuals — real tags, real messiness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4F6F9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3264408"/>
            <a:ext cx="109728" cy="804672"/>
          </a:xfrm>
          <a:prstGeom prst="roundRect">
            <a:avLst>
              <a:gd name="adj" fmla="val 41667"/>
            </a:avLst>
          </a:prstGeom>
          <a:solidFill>
            <a:srgbClr val="993C1D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200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 documents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3566160"/>
            <a:ext cx="4892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degraded image versions to exercise the OCR path end-to-end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4F6F9"/>
          </a:solidFill>
          <a:ln/>
        </p:spPr>
      </p:sp>
      <p:sp>
        <p:nvSpPr>
          <p:cNvPr id="17" name="Shape 15"/>
          <p:cNvSpPr/>
          <p:nvPr/>
        </p:nvSpPr>
        <p:spPr>
          <a:xfrm>
            <a:off x="6355080" y="3264408"/>
            <a:ext cx="109728" cy="804672"/>
          </a:xfrm>
          <a:prstGeom prst="roundRect">
            <a:avLst>
              <a:gd name="adj" fmla="val 41667"/>
            </a:avLst>
          </a:prstGeom>
          <a:solidFill>
            <a:srgbClr val="2F5496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0" y="3200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FailureSensorIQ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83680" y="3566160"/>
            <a:ext cx="4892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Research, NeurIPS 2025, CC-BY-4.0 — 8,296 QA pairs as reference benchmark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4F6F9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4636008"/>
            <a:ext cx="109728" cy="804672"/>
          </a:xfrm>
          <a:prstGeom prst="roundRect">
            <a:avLst>
              <a:gd name="adj" fmla="val 41667"/>
            </a:avLst>
          </a:prstGeom>
          <a:solidFill>
            <a:srgbClr val="B8860B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5720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Hand-labelled ground truth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68680" y="4937760"/>
            <a:ext cx="4892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set across 3 doc types — enables a real Macro-F1, not an estimate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7220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4F6F9"/>
          </a:solidFill>
          <a:ln/>
        </p:spPr>
      </p:sp>
      <p:sp>
        <p:nvSpPr>
          <p:cNvPr id="25" name="Shape 23"/>
          <p:cNvSpPr/>
          <p:nvPr/>
        </p:nvSpPr>
        <p:spPr>
          <a:xfrm>
            <a:off x="6355080" y="4636008"/>
            <a:ext cx="109728" cy="804672"/>
          </a:xfrm>
          <a:prstGeom prst="roundRect">
            <a:avLst>
              <a:gd name="adj" fmla="val 41667"/>
            </a:avLst>
          </a:prstGeom>
          <a:solidFill>
            <a:srgbClr val="0F6E56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0" y="45720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benchmark set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583680" y="4937760"/>
            <a:ext cx="4892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questions labelled by retrieval type (keyword / graph-only / hybrid)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2.0  ·  Problem #8  ·  Industrial Knowledge Intelligence (Revised)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— real, reproducible, honestly reported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4F6F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087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0.8411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extraction Macro-F1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83464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entity types, hand-labelled ground truth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5196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4F6F9"/>
          </a:solidFill>
          <a:ln/>
        </p:spPr>
      </p:sp>
      <p:sp>
        <p:nvSpPr>
          <p:cNvPr id="8" name="Text 6"/>
          <p:cNvSpPr/>
          <p:nvPr/>
        </p:nvSpPr>
        <p:spPr>
          <a:xfrm>
            <a:off x="4251960" y="15087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4434840" y="246888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question (Q01) recall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34840" y="283464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5-doc chain retrieved (was 0.60)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4F6F9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0" y="15087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3C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0.83 / 0.81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229600" y="246888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recall, hybrid / vector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0" y="283464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Top-12 across 8 questions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11247120" cy="1783080"/>
          </a:xfrm>
          <a:prstGeom prst="roundRect">
            <a:avLst>
              <a:gd name="adj" fmla="val 5128"/>
            </a:avLst>
          </a:prstGeom>
          <a:solidFill>
            <a:srgbClr val="1F3864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023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reading, stated directly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" y="448056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embedding model lifted the vector-only baseline too, so the aggregate hybrid margin is now small — and at a stricter top-5 cutoff, hybrid trails vector-only (0.70 vs 0.76). The graph earns its place on the multi-hop question this system was built for (Q01: 0.80 → 1.00), not on aggregate averages.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2.0  ·  Problem #8  ·  Industrial Knowledge Intelligence (Revised)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hardening pass — found, fixed, honestly verified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645920"/>
            <a:ext cx="109728" cy="1417320"/>
          </a:xfrm>
          <a:prstGeom prst="roundRect">
            <a:avLst>
              <a:gd name="adj" fmla="val 41667"/>
            </a:avLst>
          </a:prstGeom>
          <a:solidFill>
            <a:srgbClr val="0F6E56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00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truncation bug — found and fixed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model silently cut off long pages at ~256 tokens. Switched to a 512-token model with overlapping windows — the direct cause of the retrieval gains.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/>
        </p:spPr>
      </p:sp>
      <p:sp>
        <p:nvSpPr>
          <p:cNvPr id="8" name="Shape 6"/>
          <p:cNvSpPr/>
          <p:nvPr/>
        </p:nvSpPr>
        <p:spPr>
          <a:xfrm>
            <a:off x="6355080" y="1645920"/>
            <a:ext cx="109728" cy="1417320"/>
          </a:xfrm>
          <a:prstGeom prst="roundRect">
            <a:avLst>
              <a:gd name="adj" fmla="val 41667"/>
            </a:avLst>
          </a:prstGeom>
          <a:solidFill>
            <a:srgbClr val="2F5496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VS-204 cutoff — resolved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0" y="205740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Scanned/clean duplicate documents were each consuming separate ranking slots. Deduplicating them freed the slot needed for the full chain.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611880"/>
            <a:ext cx="109728" cy="1417320"/>
          </a:xfrm>
          <a:prstGeom prst="roundRect">
            <a:avLst>
              <a:gd name="adj" fmla="val 41667"/>
            </a:avLst>
          </a:prstGeom>
          <a:solidFill>
            <a:srgbClr val="993C1D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5661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Q02 hop-tier tie-flooding — still open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402336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structurally different ranking ceiling. Two fixes attempted and precisely diagnosed; neither crosses the tie-flooded tier.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72200" y="342900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/>
        </p:spPr>
      </p:sp>
      <p:sp>
        <p:nvSpPr>
          <p:cNvPr id="16" name="Shape 14"/>
          <p:cNvSpPr/>
          <p:nvPr/>
        </p:nvSpPr>
        <p:spPr>
          <a:xfrm>
            <a:off x="6355080" y="3611880"/>
            <a:ext cx="109728" cy="1417320"/>
          </a:xfrm>
          <a:prstGeom prst="roundRect">
            <a:avLst>
              <a:gd name="adj" fmla="val 41667"/>
            </a:avLst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35661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automated tests + CI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02336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Chunking, citations, determinism, graph invariants, eval-data consistency — running automatically on every push.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2.0  ·  Problem #8  ·  Industrial Knowledge Intelligence (Revised)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limitations — documented, not hidden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failure modes precisely is more valuable than pretending they don't exist.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11247120" cy="1234440"/>
          </a:xfrm>
          <a:prstGeom prst="roundRect">
            <a:avLst>
              <a:gd name="adj" fmla="val 5926"/>
            </a:avLst>
          </a:prstGeom>
          <a:solidFill>
            <a:srgbClr val="F4F6F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47672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Hop-tier tie-flooding (Q02)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documents share an identical graph score for merely mentioning the query entity, crowding out a more specific but structurally-further answer. Two fixes attempted, precisely diagnosed, neither solved it — a genuine ranking ceiling, not an unbuilt fix.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200400"/>
            <a:ext cx="11247120" cy="1234440"/>
          </a:xfrm>
          <a:prstGeom prst="roundRect">
            <a:avLst>
              <a:gd name="adj" fmla="val 5926"/>
            </a:avLst>
          </a:prstGeom>
          <a:solidFill>
            <a:srgbClr val="F4F6F9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364992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margin at strict cutoffs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top-5, hybrid trails vector-only (0.70 vs 0.76) due to hop-0 graph noise on single-document questions. The system's advantage concentrates on multi-hop questions, not every question type — stated directly.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70916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E1F5EE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47091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understood and reproducible. The full pipeline, including the honest cases, can be cloned and re-verified by anyone.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2.0  ·  Problem #8  ·  Industrial Knowledge Intelligence (Revised)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deep, with a path to scale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B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UPGRADE PATH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graph → managed graph database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vector store → managed vector service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cached per document — zero-cost re-runs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+ 26-test suite runs on every push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packaging included (build unverified)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B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COMPONENTS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17830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&amp; root-cause agent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09360" y="2350008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compliance mapper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09360" y="2916936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Lessons-learned engine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4805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2A467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48056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working, benchmarked, honestly-documented Hybrid GraphRAG system that turns scattered industrial documents into one queryable intelligence layer — proving the difference on the multi-hop question this system was built for.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2.0  ·  Problem #8  ·  Industrial Knowledge Intelligence (Revised)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2026-07-18T10:53:31Z</dcterms:created>
  <dcterms:modified xsi:type="dcterms:W3CDTF">2026-07-18T10:53:31Z</dcterms:modified>
</cp:coreProperties>
</file>