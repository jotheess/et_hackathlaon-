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KNOWLEDGE INTELLIGENCE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GraphRAG platform that turns scattered industrial documents into one queryable intelligence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</a:t>
            </a:r>
            <a:pPr indent="0" marL="0">
              <a:buNone/>
            </a:pPr>
            <a:r>
              <a:rPr lang="en-US" sz="1500" dirty="0">
                <a:solidFill>
                  <a:srgbClr val="9B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Round 2 Build Sprint   ·   Problem Statement #8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data present, but unacted upon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in asset-heavy industry lost to searching for or recreating information (McKinsey, 2024)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554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48056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in the average large Indian plant (NASSCOM-EY)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554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7532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traced to decisions made without full equipment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cliff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25% of India's experienced industrial engineers retire within the decade — taking decades of undocumented operational knowledge with them. The signals to prevent failures usually exist across separate records; no layer connects them into a decision in time.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hybrid GraphRAG, not the alternatives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AEC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vector RAG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semantic lookup, blind to relationship reasoning. Multi-hop questions — which most industrial knowledge work needs — are exactly where it fails.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TEAMS SHIP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BF3E0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graph RAG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26280" y="2286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but brittle. If entity extraction misses something during ingestion, that information is gone with no fallback.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600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(this build)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0" y="2286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 relationship reasoning, vector store as safety net, fused by Reciprocal Rank Fusion. The empirically stronger architecture in recent enterprise research.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 seven-stage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enters at the left; a cited answer leaves at the right. The defining feature is the fork and merge in the middle — graph and vector store are built and queried independently, then fused.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08813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proof: a five-hop chain keyword search can't follow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2A467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report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bearing vibration flagged, 'monitor'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2A467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1284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replacement deferred — against procedure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2A467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54096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3054096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trend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threshold crossed, no work order raised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6949440" cy="713232"/>
          </a:xfrm>
          <a:prstGeom prst="roundRect">
            <a:avLst>
              <a:gd name="adj" fmla="val 10256"/>
            </a:avLst>
          </a:prstGeom>
          <a:solidFill>
            <a:srgbClr val="2A467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895344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389534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bearing seizure, downtime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13716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QUESTION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9560" y="19659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"Was there any early warning before the Pump P-204 failure, and what should have been done?"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0956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returns only the incident report. Graph traversal recovers the full chain.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documents, no shared keywords. Only relationship reasoning connects them into the answer.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learned for the hackathon — re-pointed from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three-layer agentic pattern that runs a live production system maps directly onto this build. The build risk was in execution, not in learning an unfamiliar stack under a deadline.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4023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agentic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there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in this build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memory layer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and connects the knowledge corpus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 (NetworkX) + extraction cache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&amp; scoring layer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and scores candidate outputs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RRF fusion + answer confidence scoring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orchestration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 reasoning steps into a 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agent (LLM answer-and-cite chain)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problem that matched an already-operating architecture meant the design decisions were pre-validated in production, applied to a new corpus.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engineered evaluation corpus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just collected — so every judging metric has a source that exercises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928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corpus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PDFs around a planted five-document near-miss chain + realistic distractors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8928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OEM manuals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genuine centrifugal-pump manuals — real tags, real messiness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2644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degraded image versions to exercise the OCR path end-to-end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2644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2F549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FailureSensorIQ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Research, NeurIPS 2025, CC-BY-4.0 — 8,296 industrial QA pairs as reference benchmark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6360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Hand-labelled ground truth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 across 3 doc types — enables a real Macro-F1, not an estimate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4636008"/>
            <a:ext cx="109728" cy="804672"/>
          </a:xfrm>
          <a:prstGeom prst="roundRect">
            <a:avLst>
              <a:gd name="adj" fmla="val 41667"/>
            </a:avLst>
          </a:prstGeom>
          <a:solidFill>
            <a:srgbClr val="0F6E5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benchmark 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49377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labelled by retrieval type (keyword / graph-only / hybrid)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real, reproducible, honestly reported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0.8411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Macro-F1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entity types, hand-labelled ground truth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43484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question (Q01) recall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2834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Multi-hop, graph-only retrieval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8229600" y="2468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hybrid 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benchmark questions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1783080"/>
          </a:xfrm>
          <a:prstGeom prst="roundRect">
            <a:avLst>
              <a:gd name="adj" fmla="val 5128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found and fixed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benchmark numbers varied across identical runs. Root cause: unstable tie-break ordering in graph ranking, sensitive to per-process hash randomisation. Fixed with a deterministic tie-break key and verified by repeated identical runs. Every metric above is post-fix — and control questions stay at 1.00, confirming hybrid loses nothing on simple lookups.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— documented, not hidden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system's failure modes precisely is more valuable than pretending they don't exist. Each has a traced root cause.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4767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Hop-tier tie-flooding (Q02)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documents share an identical graph score for merely mentioning the query entity, crowding out a more specific but structurally-further answer. Two fixes attempted and precisely diagnosed.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6499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Supporting-document cutoff (Q01)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supporting document occasionally ranks just outside the retrieval cutoff — the same tie-flooding pattern. The answer's narrative stays correct; one corroborating detail can be omitted.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7091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gaps trace to one understood root cause. The full pipeline is deterministic and reproducible — a reviewer can clone the repo and reproduce every number reported.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deep, with a path to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UPGRADE PATH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graph → managed graph database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500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store → managed vector 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169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cached per document — unchanged corpus costs zero API calls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838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modular — swap one layer without touching the 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COMPONENTS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root-cause agent — failure history into predictive recommendations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53288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mapper — procedures checked against standards, gaps flagged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282696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Lessons-learned engine — recurring patterns surfaced across incident records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2A467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benchmarked, honestly-documented Hybrid GraphRAG system that turns scattered industrial documents into one queryable intelligence layer — and proves the difference from keyword search live, on a question only relationship reasoning can answer.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  ·  Problem #8  ·  Industrial Knowledge Intelligence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2026-07-13T15:11:16Z</dcterms:created>
  <dcterms:modified xsi:type="dcterms:W3CDTF">2026-07-13T15:11:16Z</dcterms:modified>
</cp:coreProperties>
</file>